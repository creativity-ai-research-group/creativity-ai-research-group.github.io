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d670e835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d670e835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d670e835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d670e835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d670e835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d670e835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d670e835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d670e835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d670e835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d670e835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d670e835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d670e835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d670e835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d670e835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d670e835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d670e835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d670e835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d670e835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d670e835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d670e835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d670e8354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d670e8354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d670e835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9d670e835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d670e8354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d670e8354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d670e8354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d670e835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d670e8354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9d670e835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d670e835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d670e835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d670e8354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d670e8354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History of Creativity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Historical narratives about creativity are neither unitary nor singular. Multiple stories reveal how past ideas shape today's understanding of creativity.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creativity an individual or social thing?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Ancient times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People believed creativity came from outside humans - from gods or divine inspiration. You didn't create; the gods created through you.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Is creativity an individual or social thing?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The "Genius" concept evolved: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Originally, a "genius" was a guardian spirit assigned to you (not something you possessed) 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Gradually, genius became seen as something inside a person - an inborn talent 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By the 1800s, people thought genius was hereditary, passed down through families 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Is creativity an individual or social thing?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The Romantic period: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Geniuses were seen as rare, special individuals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was a connection made between creativity and madness (the "mad genius" stereotype)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a few extraordinary people were considered truly creative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Is creativity an individual or social thing?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Mid-1900s to today: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WWII, scientists began studying creativity as something that happens in everyone's mind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view shifted: creativity became democratized - everyone has creative potential, not just geniuses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However, this still focused on the individual rather than considering how people create together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Creative artifacts: novelty and/or value?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Today, we define creativity as producing something that is both new/original AND useful/appropriate. But historically, people have emphasized different aspects at different times.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Creative artifacts: novelty and/or value?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Ancient times &amp; Middle Ages: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People believed humans couldn't create anything truly new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God could create from nothing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Human work was just copying or imitating what already existed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Bible even says "there is nothing new under the sun"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Creative artifacts: novelty and/or value?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Romantic period (1800s):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Shifted focus to self-expression and imagination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Emphasized the novelty and originality of art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Celebrated spontaneity and breaking from tradition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Impressionist painters deliberately broke old rules to create something new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Creative artifacts: novelty and/or value?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Enlightenment period: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Focused more on usefulness and practical value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Emphasized rational progress and conquering nature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Led to the Industrial Revolution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Valued orderly, logical problem-solving over spontaneity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Creative artifacts: novelty and/or value?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Today: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officially value both novelty AND usefulness equally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in practice, Western culture often emphasizes novelty more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business: Companies care most about novelty that sells and makes money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arts vs. sciences: Arts focus more on originality and self-expression; sciences focus more on practical solutions and functionality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Creative artifacts: novelty and/or value?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Why This Matters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way we measure creativity today reflects these different historical traditions: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Divergent thinking tests (come up with many ideas) → emphasize novelty and self-expression (Romantic legacy)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Convergent thinking tests (find the "right" answer) → emphasize logical problem-solving (Enlightenment legacy)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Creative action: ideas and/or action?</a:t>
            </a:r>
            <a:endParaRPr/>
          </a:p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We often think creativity starts with a brilliant idea (the "lightbulb moment"), but historically, the relationship between thinking and doing in creativity has been understood very differently at different times.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Creative action: ideas and/or action?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Ancient Greece &amp; Rome: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separation between "art" and "craft"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were about techne - skillful making according to rules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Artists and craftspeople were seen as the same thing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Creativity was about learned technique and practice, not special ideas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Creative action: ideas and/or action?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Medieval times: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Art was still defined as skill and imitation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Human making was seen as inferior to God's creation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craftsman's actions mattered, but they were just copying existing models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Creative action: ideas and/or action?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Renaissance onwards: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 shift: Artists were elevated above craftsmen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Art became associated with creative ideas and genius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Craft became seen as mundane, repetitive, less creative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Creative action: ideas and/or action?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Romantic period (1800s):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word "creative" first appeared, associated with art (not craft)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Ideas and inspiration were glorified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Manual skill was downplayed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Creative action: ideas and/or action?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Today: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still tend to emphasize the "lightbulb moment" - the flash of insight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Creativity research often focuses on how people generate and evaluate ideas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knowledge, experience, and the action of implementing ideas are also recognized as essential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There's a growing movement (like DIY culture) that's bringing renewed respect for craft and making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